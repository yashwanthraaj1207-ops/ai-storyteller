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j9tVCXPU9FfpA+LdedsjXm/u2u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D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600"/>
              <a:buFont typeface="Calibri"/>
              <a:buNone/>
            </a:pPr>
            <a:r>
              <a:rPr b="1" lang="en-US" sz="5900">
                <a:solidFill>
                  <a:srgbClr val="003366"/>
                </a:solidFill>
              </a:rPr>
              <a:t>AI Storyteller Bootcamp</a:t>
            </a:r>
            <a:endParaRPr b="1" sz="6700"/>
          </a:p>
        </p:txBody>
      </p:sp>
      <p:sp>
        <p:nvSpPr>
          <p:cNvPr id="85" name="Google Shape;85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Learn to generate stories and audio from images using Python &amp; Google APIs</a:t>
            </a:r>
            <a:endParaRPr i="1" sz="2200">
              <a:solidFill>
                <a:srgbClr val="333333"/>
              </a:solidFill>
            </a:endParaRPr>
          </a:p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Created By: S Yashwanth Raaj</a:t>
            </a:r>
            <a:endParaRPr i="1" sz="2200">
              <a:solidFill>
                <a:srgbClr val="333333"/>
              </a:solidFill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182880" y="5029200"/>
            <a:ext cx="8229600" cy="274320"/>
          </a:xfrm>
          <a:prstGeom prst="roundRect">
            <a:avLst>
              <a:gd fmla="val 16667" name="adj"/>
            </a:avLst>
          </a:prstGeom>
          <a:solidFill>
            <a:srgbClr val="0066C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1 - AI Storyteller Bootcamp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F0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600"/>
              <a:buFont typeface="Calibri"/>
              <a:buNone/>
            </a:pPr>
            <a:r>
              <a:rPr b="1" i="1" lang="en-US" sz="5900">
                <a:solidFill>
                  <a:srgbClr val="003366"/>
                </a:solidFill>
              </a:rPr>
              <a:t>Introduction</a:t>
            </a:r>
            <a:endParaRPr i="1" sz="6700"/>
          </a:p>
        </p:txBody>
      </p:sp>
      <p:sp>
        <p:nvSpPr>
          <p:cNvPr id="92" name="Google Shape;92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Welcome to the AI Storyteller Bootcamp</a:t>
            </a:r>
            <a:endParaRPr i="1"/>
          </a:p>
          <a:p>
            <a:pPr indent="-342900" lvl="0" marL="342900" rtl="0" algn="l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Focus: Learn how to generate stories and audio from images</a:t>
            </a:r>
            <a:endParaRPr i="1"/>
          </a:p>
          <a:p>
            <a:pPr indent="-342900" lvl="0" marL="342900" rtl="0" algn="l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Tools: Python, Google API, Image processing libraries</a:t>
            </a:r>
            <a:endParaRPr i="1"/>
          </a:p>
        </p:txBody>
      </p:sp>
      <p:sp>
        <p:nvSpPr>
          <p:cNvPr id="93" name="Google Shape;93;p2"/>
          <p:cNvSpPr/>
          <p:nvPr/>
        </p:nvSpPr>
        <p:spPr>
          <a:xfrm>
            <a:off x="182880" y="5029200"/>
            <a:ext cx="8229600" cy="274320"/>
          </a:xfrm>
          <a:prstGeom prst="roundRect">
            <a:avLst>
              <a:gd fmla="val 16667" name="adj"/>
            </a:avLst>
          </a:prstGeom>
          <a:solidFill>
            <a:srgbClr val="0066C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2 - AI Storyteller Bootcamp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DC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600"/>
              <a:buFont typeface="Calibri"/>
              <a:buNone/>
            </a:pPr>
            <a:r>
              <a:rPr b="1" i="1" lang="en-US" sz="4700">
                <a:solidFill>
                  <a:srgbClr val="003366"/>
                </a:solidFill>
              </a:rPr>
              <a:t>Importance of Google API Key</a:t>
            </a:r>
            <a:endParaRPr b="1" i="1" sz="5500"/>
          </a:p>
        </p:txBody>
      </p:sp>
      <p:sp>
        <p:nvSpPr>
          <p:cNvPr id="99" name="Google Shape;9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Google API key is essential for accessing Google services</a:t>
            </a:r>
            <a:endParaRPr i="1"/>
          </a:p>
          <a:p>
            <a:pPr indent="-342900" lvl="0" marL="342900" rtl="0" algn="l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Ensures secure and authorized requests to the AI services</a:t>
            </a:r>
            <a:endParaRPr i="1"/>
          </a:p>
          <a:p>
            <a:pPr indent="-342900" lvl="0" marL="342900" rtl="0" algn="l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Needed for:</a:t>
            </a:r>
            <a:endParaRPr i="1"/>
          </a:p>
          <a:p>
            <a:pPr indent="-342900" lvl="0" marL="342900" rtl="0" algn="l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- Generating story captions</a:t>
            </a:r>
            <a:endParaRPr i="1"/>
          </a:p>
          <a:p>
            <a:pPr indent="-342900" lvl="0" marL="342900" rtl="0" algn="l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- Creating audio files from text</a:t>
            </a:r>
            <a:endParaRPr i="1"/>
          </a:p>
          <a:p>
            <a:pPr indent="-342900" lvl="0" marL="342900" rtl="0" algn="l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- Managing multiple images</a:t>
            </a:r>
            <a:endParaRPr i="1"/>
          </a:p>
        </p:txBody>
      </p:sp>
      <p:sp>
        <p:nvSpPr>
          <p:cNvPr id="100" name="Google Shape;100;p3"/>
          <p:cNvSpPr/>
          <p:nvPr/>
        </p:nvSpPr>
        <p:spPr>
          <a:xfrm>
            <a:off x="182880" y="5029200"/>
            <a:ext cx="8229600" cy="274320"/>
          </a:xfrm>
          <a:prstGeom prst="roundRect">
            <a:avLst>
              <a:gd fmla="val 16667" name="adj"/>
            </a:avLst>
          </a:prstGeom>
          <a:solidFill>
            <a:srgbClr val="0066C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3 - AI Storyteller Bootcamp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F0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600"/>
              <a:buFont typeface="Calibri"/>
              <a:buNone/>
            </a:pPr>
            <a:r>
              <a:rPr b="1" lang="en-US" sz="4700">
                <a:solidFill>
                  <a:srgbClr val="003366"/>
                </a:solidFill>
              </a:rPr>
              <a:t>Python Installation &amp; Setup</a:t>
            </a:r>
            <a:endParaRPr b="1" sz="5500"/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Install Python on your system</a:t>
            </a:r>
            <a:endParaRPr i="1"/>
          </a:p>
          <a:p>
            <a:pPr indent="-342900" lvl="0" marL="342900" rtl="0" algn="l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Install required libraries:</a:t>
            </a:r>
            <a:endParaRPr i="1"/>
          </a:p>
          <a:p>
            <a:pPr indent="-342900" lvl="0" marL="342900" rtl="0" algn="l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- transformers</a:t>
            </a:r>
            <a:endParaRPr i="1"/>
          </a:p>
          <a:p>
            <a:pPr indent="-342900" lvl="0" marL="342900" rtl="0" algn="l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- Pillow</a:t>
            </a:r>
            <a:endParaRPr i="1"/>
          </a:p>
          <a:p>
            <a:pPr indent="-342900" lvl="0" marL="342900" rtl="0" algn="l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- google-generativeai</a:t>
            </a:r>
            <a:endParaRPr i="1"/>
          </a:p>
          <a:p>
            <a:pPr indent="-342900" lvl="0" marL="342900" rtl="0" algn="l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Set environment variables for API key</a:t>
            </a:r>
            <a:endParaRPr i="1"/>
          </a:p>
        </p:txBody>
      </p:sp>
      <p:sp>
        <p:nvSpPr>
          <p:cNvPr id="107" name="Google Shape;107;p4"/>
          <p:cNvSpPr/>
          <p:nvPr/>
        </p:nvSpPr>
        <p:spPr>
          <a:xfrm>
            <a:off x="182880" y="5029200"/>
            <a:ext cx="8229600" cy="274320"/>
          </a:xfrm>
          <a:prstGeom prst="roundRect">
            <a:avLst>
              <a:gd fmla="val 16667" name="adj"/>
            </a:avLst>
          </a:prstGeom>
          <a:solidFill>
            <a:srgbClr val="0066C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4 - AI Storyteller Bootcamp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DC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600"/>
              <a:buFont typeface="Calibri"/>
              <a:buNone/>
            </a:pPr>
            <a:r>
              <a:rPr b="1" lang="en-US" sz="5400">
                <a:solidFill>
                  <a:srgbClr val="003366"/>
                </a:solidFill>
              </a:rPr>
              <a:t>Image Upload &amp; Handling</a:t>
            </a:r>
            <a:endParaRPr sz="6200"/>
          </a:p>
        </p:txBody>
      </p:sp>
      <p:sp>
        <p:nvSpPr>
          <p:cNvPr id="113" name="Google Shape;113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Upload single or multiple images</a:t>
            </a:r>
            <a:endParaRPr i="1"/>
          </a:p>
          <a:p>
            <a:pPr indent="-342900" lvl="0" marL="342900" rtl="0" algn="l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Python code manages image loading</a:t>
            </a:r>
            <a:endParaRPr i="1"/>
          </a:p>
          <a:p>
            <a:pPr indent="-342900" lvl="0" marL="342900" rtl="0" algn="l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Important for:</a:t>
            </a:r>
            <a:endParaRPr i="1"/>
          </a:p>
          <a:p>
            <a:pPr indent="-342900" lvl="0" marL="342900" rtl="0" algn="l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- Generating captions</a:t>
            </a:r>
            <a:endParaRPr i="1"/>
          </a:p>
          <a:p>
            <a:pPr indent="-342900" lvl="0" marL="342900" rtl="0" algn="l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- Story generation from multiple images</a:t>
            </a:r>
            <a:endParaRPr i="1"/>
          </a:p>
        </p:txBody>
      </p:sp>
      <p:sp>
        <p:nvSpPr>
          <p:cNvPr id="114" name="Google Shape;114;p5"/>
          <p:cNvSpPr/>
          <p:nvPr/>
        </p:nvSpPr>
        <p:spPr>
          <a:xfrm>
            <a:off x="182880" y="5029200"/>
            <a:ext cx="8229600" cy="274320"/>
          </a:xfrm>
          <a:prstGeom prst="roundRect">
            <a:avLst>
              <a:gd fmla="val 16667" name="adj"/>
            </a:avLst>
          </a:prstGeom>
          <a:solidFill>
            <a:srgbClr val="0066C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5 - AI Storyteller Bootcamp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F0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600"/>
              <a:buFont typeface="Calibri"/>
              <a:buNone/>
            </a:pPr>
            <a:r>
              <a:rPr b="1" lang="en-US" sz="4800">
                <a:solidFill>
                  <a:srgbClr val="003366"/>
                </a:solidFill>
              </a:rPr>
              <a:t>Generating Image Captions</a:t>
            </a:r>
            <a:endParaRPr sz="5600"/>
          </a:p>
        </p:txBody>
      </p:sp>
      <p:sp>
        <p:nvSpPr>
          <p:cNvPr id="120" name="Google Shape;120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AI analyzes image content</a:t>
            </a:r>
            <a:endParaRPr i="1"/>
          </a:p>
          <a:p>
            <a:pPr indent="-342900" lvl="0" marL="342900" rtl="0" algn="l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Generates descriptive captions</a:t>
            </a:r>
            <a:endParaRPr i="1"/>
          </a:p>
          <a:p>
            <a:pPr indent="-342900" lvl="0" marL="342900" rtl="0" algn="l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Example workflow:</a:t>
            </a:r>
            <a:endParaRPr i="1"/>
          </a:p>
          <a:p>
            <a:pPr indent="-342900" lvl="0" marL="342900" rtl="0" algn="l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1. Load image</a:t>
            </a:r>
            <a:endParaRPr i="1"/>
          </a:p>
          <a:p>
            <a:pPr indent="-342900" lvl="0" marL="342900" rtl="0" algn="l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2. Send request to AI API</a:t>
            </a:r>
            <a:endParaRPr i="1"/>
          </a:p>
          <a:p>
            <a:pPr indent="-342900" lvl="0" marL="342900" rtl="0" algn="l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3. Receive descriptive caption</a:t>
            </a:r>
            <a:endParaRPr i="1"/>
          </a:p>
        </p:txBody>
      </p:sp>
      <p:sp>
        <p:nvSpPr>
          <p:cNvPr id="121" name="Google Shape;121;p6"/>
          <p:cNvSpPr/>
          <p:nvPr/>
        </p:nvSpPr>
        <p:spPr>
          <a:xfrm>
            <a:off x="182880" y="5029200"/>
            <a:ext cx="8229600" cy="274320"/>
          </a:xfrm>
          <a:prstGeom prst="roundRect">
            <a:avLst>
              <a:gd fmla="val 16667" name="adj"/>
            </a:avLst>
          </a:prstGeom>
          <a:solidFill>
            <a:srgbClr val="0066C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6 - AI Storyteller Bootcamp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DC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600"/>
              <a:buFont typeface="Calibri"/>
              <a:buNone/>
            </a:pPr>
            <a:r>
              <a:rPr b="1" lang="en-US" sz="4500">
                <a:solidFill>
                  <a:srgbClr val="003366"/>
                </a:solidFill>
              </a:rPr>
              <a:t>Story Generation from Images</a:t>
            </a:r>
            <a:endParaRPr sz="5300"/>
          </a:p>
        </p:txBody>
      </p:sp>
      <p:sp>
        <p:nvSpPr>
          <p:cNvPr id="127" name="Google Shape;127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Captions are used to generate stories</a:t>
            </a:r>
            <a:endParaRPr i="1"/>
          </a:p>
          <a:p>
            <a:pPr indent="-342900" lvl="0" marL="342900" rtl="0" algn="l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AI creates coherent storylines</a:t>
            </a:r>
            <a:endParaRPr i="1"/>
          </a:p>
          <a:p>
            <a:pPr indent="-342900" lvl="0" marL="342900" rtl="0" algn="l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Can handle:</a:t>
            </a:r>
            <a:endParaRPr i="1"/>
          </a:p>
          <a:p>
            <a:pPr indent="-342900" lvl="0" marL="342900" rtl="0" algn="l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- Single image stories</a:t>
            </a:r>
            <a:endParaRPr i="1"/>
          </a:p>
          <a:p>
            <a:pPr indent="-342900" lvl="0" marL="342900" rtl="0" algn="l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- Multiple images story compilation</a:t>
            </a:r>
            <a:endParaRPr i="1"/>
          </a:p>
        </p:txBody>
      </p:sp>
      <p:sp>
        <p:nvSpPr>
          <p:cNvPr id="128" name="Google Shape;128;p7"/>
          <p:cNvSpPr/>
          <p:nvPr/>
        </p:nvSpPr>
        <p:spPr>
          <a:xfrm>
            <a:off x="182880" y="5029200"/>
            <a:ext cx="8229600" cy="274320"/>
          </a:xfrm>
          <a:prstGeom prst="roundRect">
            <a:avLst>
              <a:gd fmla="val 16667" name="adj"/>
            </a:avLst>
          </a:prstGeom>
          <a:solidFill>
            <a:srgbClr val="0066C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7 - AI Storyteller Bootcamp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F0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600"/>
              <a:buFont typeface="Calibri"/>
              <a:buNone/>
            </a:pPr>
            <a:r>
              <a:rPr b="1" lang="en-US" sz="5200">
                <a:solidFill>
                  <a:srgbClr val="003366"/>
                </a:solidFill>
              </a:rPr>
              <a:t>Audio Generation</a:t>
            </a:r>
            <a:endParaRPr sz="6000"/>
          </a:p>
        </p:txBody>
      </p:sp>
      <p:sp>
        <p:nvSpPr>
          <p:cNvPr id="134" name="Google Shape;134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Convert generated story text into audio</a:t>
            </a:r>
            <a:endParaRPr i="1"/>
          </a:p>
          <a:p>
            <a:pPr indent="-342900" lvl="0" marL="342900" rtl="0" algn="l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Uses Google Text-to-Speech API</a:t>
            </a:r>
            <a:endParaRPr i="1"/>
          </a:p>
          <a:p>
            <a:pPr indent="-342900" lvl="0" marL="342900" rtl="0" algn="l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Steps:</a:t>
            </a:r>
            <a:endParaRPr i="1"/>
          </a:p>
          <a:p>
            <a:pPr indent="-342900" lvl="0" marL="342900" rtl="0" algn="l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1. Get story text</a:t>
            </a:r>
            <a:endParaRPr i="1"/>
          </a:p>
          <a:p>
            <a:pPr indent="-342900" lvl="0" marL="342900" rtl="0" algn="l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2. Generate audio file</a:t>
            </a:r>
            <a:endParaRPr i="1"/>
          </a:p>
          <a:p>
            <a:pPr indent="-342900" lvl="0" marL="342900" rtl="0" algn="l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3. Save &amp; play audio</a:t>
            </a:r>
            <a:endParaRPr i="1"/>
          </a:p>
        </p:txBody>
      </p:sp>
      <p:sp>
        <p:nvSpPr>
          <p:cNvPr id="135" name="Google Shape;135;p8"/>
          <p:cNvSpPr/>
          <p:nvPr/>
        </p:nvSpPr>
        <p:spPr>
          <a:xfrm>
            <a:off x="182880" y="5029200"/>
            <a:ext cx="8229600" cy="274320"/>
          </a:xfrm>
          <a:prstGeom prst="roundRect">
            <a:avLst>
              <a:gd fmla="val 16667" name="adj"/>
            </a:avLst>
          </a:prstGeom>
          <a:solidFill>
            <a:srgbClr val="0066C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8 - AI Storyteller Bootcamp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DC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600"/>
              <a:buFont typeface="Calibri"/>
              <a:buNone/>
            </a:pPr>
            <a:r>
              <a:rPr b="1" lang="en-US" sz="4700">
                <a:solidFill>
                  <a:srgbClr val="003366"/>
                </a:solidFill>
              </a:rPr>
              <a:t>Handling Multiple Images</a:t>
            </a:r>
            <a:endParaRPr b="1" sz="5500"/>
          </a:p>
        </p:txBody>
      </p:sp>
      <p:sp>
        <p:nvSpPr>
          <p:cNvPr id="141" name="Google Shape;141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Upload multiple images together</a:t>
            </a:r>
            <a:endParaRPr i="1"/>
          </a:p>
          <a:p>
            <a:pPr indent="-342900" lvl="0" marL="342900" rtl="0" algn="l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AI generates a story linking all images</a:t>
            </a:r>
            <a:endParaRPr i="1"/>
          </a:p>
          <a:p>
            <a:pPr indent="-342900" lvl="0" marL="342900" rtl="0" algn="l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Ensures story continuity and context</a:t>
            </a:r>
            <a:endParaRPr i="1"/>
          </a:p>
        </p:txBody>
      </p:sp>
      <p:sp>
        <p:nvSpPr>
          <p:cNvPr id="142" name="Google Shape;142;p9"/>
          <p:cNvSpPr/>
          <p:nvPr/>
        </p:nvSpPr>
        <p:spPr>
          <a:xfrm>
            <a:off x="182880" y="5029200"/>
            <a:ext cx="8229600" cy="274320"/>
          </a:xfrm>
          <a:prstGeom prst="roundRect">
            <a:avLst>
              <a:gd fmla="val 16667" name="adj"/>
            </a:avLst>
          </a:prstGeom>
          <a:solidFill>
            <a:srgbClr val="0066C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9 - AI Storyteller Bootcamp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F0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600"/>
              <a:buFont typeface="Calibri"/>
              <a:buNone/>
            </a:pPr>
            <a:r>
              <a:rPr b="1" lang="en-US" sz="5100">
                <a:solidFill>
                  <a:srgbClr val="003366"/>
                </a:solidFill>
              </a:rPr>
              <a:t>Team &amp; Project Overview</a:t>
            </a:r>
            <a:endParaRPr b="1" sz="5900"/>
          </a:p>
        </p:txBody>
      </p:sp>
      <p:sp>
        <p:nvSpPr>
          <p:cNvPr id="148" name="Google Shape;148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Important team members involved in the project</a:t>
            </a:r>
            <a:endParaRPr i="1"/>
          </a:p>
          <a:p>
            <a:pPr indent="-342900" lvl="0" marL="342900" rtl="0" algn="l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Roles:</a:t>
            </a:r>
            <a:endParaRPr i="1"/>
          </a:p>
          <a:p>
            <a:pPr indent="-342900" lvl="0" marL="342900" rtl="0" algn="l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- AI Development</a:t>
            </a:r>
            <a:endParaRPr i="1"/>
          </a:p>
          <a:p>
            <a:pPr indent="-342900" lvl="0" marL="342900" rtl="0" algn="l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- Python Programming</a:t>
            </a:r>
            <a:endParaRPr i="1"/>
          </a:p>
          <a:p>
            <a:pPr indent="-342900" lvl="0" marL="342900" rtl="0" algn="l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- Story &amp; Audio Integration</a:t>
            </a:r>
            <a:endParaRPr i="1"/>
          </a:p>
          <a:p>
            <a:pPr indent="-342900" lvl="0" marL="342900" rtl="0" algn="l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Collaboration is key to project success</a:t>
            </a:r>
            <a:endParaRPr i="1"/>
          </a:p>
        </p:txBody>
      </p:sp>
      <p:sp>
        <p:nvSpPr>
          <p:cNvPr id="149" name="Google Shape;149;p10"/>
          <p:cNvSpPr/>
          <p:nvPr/>
        </p:nvSpPr>
        <p:spPr>
          <a:xfrm>
            <a:off x="182880" y="5029200"/>
            <a:ext cx="8229600" cy="274320"/>
          </a:xfrm>
          <a:prstGeom prst="roundRect">
            <a:avLst>
              <a:gd fmla="val 16667" name="adj"/>
            </a:avLst>
          </a:prstGeom>
          <a:solidFill>
            <a:srgbClr val="0066C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10 - AI Storyteller Bootcamp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DC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600"/>
              <a:buFont typeface="Calibri"/>
              <a:buNone/>
            </a:pPr>
            <a:r>
              <a:rPr b="1" lang="en-US" sz="6000">
                <a:solidFill>
                  <a:srgbClr val="003366"/>
                </a:solidFill>
              </a:rPr>
              <a:t>Conclusion</a:t>
            </a:r>
            <a:endParaRPr b="1" sz="6800"/>
          </a:p>
        </p:txBody>
      </p:sp>
      <p:sp>
        <p:nvSpPr>
          <p:cNvPr id="155" name="Google Shape;155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Bootcamp covered:</a:t>
            </a:r>
            <a:endParaRPr i="1"/>
          </a:p>
          <a:p>
            <a:pPr indent="-342900" lvl="0" marL="342900" rtl="0" algn="l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- Google API usage</a:t>
            </a:r>
            <a:endParaRPr i="1"/>
          </a:p>
          <a:p>
            <a:pPr indent="-342900" lvl="0" marL="342900" rtl="0" algn="l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- Python setup and libraries</a:t>
            </a:r>
            <a:endParaRPr i="1"/>
          </a:p>
          <a:p>
            <a:pPr indent="-342900" lvl="0" marL="342900" rtl="0" algn="l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- Image captioning &amp; story generation</a:t>
            </a:r>
            <a:endParaRPr i="1"/>
          </a:p>
          <a:p>
            <a:pPr indent="-342900" lvl="0" marL="342900" rtl="0" algn="l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- Audio file generation</a:t>
            </a:r>
            <a:endParaRPr i="1"/>
          </a:p>
          <a:p>
            <a:pPr indent="-342900" lvl="0" marL="342900" rtl="0" algn="l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Clr>
                <a:srgbClr val="333333"/>
              </a:buClr>
              <a:buSzPts val="2200"/>
              <a:buChar char="•"/>
            </a:pPr>
            <a:r>
              <a:rPr i="1" lang="en-US" sz="2200">
                <a:solidFill>
                  <a:srgbClr val="333333"/>
                </a:solidFill>
              </a:rPr>
              <a:t>Practical skills to create AI-driven storytelling applications</a:t>
            </a:r>
            <a:endParaRPr i="1"/>
          </a:p>
        </p:txBody>
      </p:sp>
      <p:sp>
        <p:nvSpPr>
          <p:cNvPr id="156" name="Google Shape;156;p11"/>
          <p:cNvSpPr/>
          <p:nvPr/>
        </p:nvSpPr>
        <p:spPr>
          <a:xfrm>
            <a:off x="182880" y="5029200"/>
            <a:ext cx="8229600" cy="274320"/>
          </a:xfrm>
          <a:prstGeom prst="roundRect">
            <a:avLst>
              <a:gd fmla="val 16667" name="adj"/>
            </a:avLst>
          </a:prstGeom>
          <a:solidFill>
            <a:srgbClr val="0066C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11 - AI Storyteller Bootcamp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F0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"/>
          <p:cNvSpPr txBox="1"/>
          <p:nvPr>
            <p:ph type="title"/>
          </p:nvPr>
        </p:nvSpPr>
        <p:spPr>
          <a:xfrm>
            <a:off x="262750" y="183031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600"/>
              <a:buFont typeface="Calibri"/>
              <a:buNone/>
            </a:pPr>
            <a:r>
              <a:rPr b="1" i="1" lang="en-US" sz="7500">
                <a:solidFill>
                  <a:srgbClr val="003366"/>
                </a:solidFill>
              </a:rPr>
              <a:t>Thank You</a:t>
            </a:r>
            <a:endParaRPr b="1" i="1" sz="8300"/>
          </a:p>
        </p:txBody>
      </p:sp>
      <p:sp>
        <p:nvSpPr>
          <p:cNvPr id="162" name="Google Shape;162;p12"/>
          <p:cNvSpPr/>
          <p:nvPr/>
        </p:nvSpPr>
        <p:spPr>
          <a:xfrm>
            <a:off x="182880" y="5029200"/>
            <a:ext cx="8229600" cy="274200"/>
          </a:xfrm>
          <a:prstGeom prst="roundRect">
            <a:avLst>
              <a:gd fmla="val 16667" name="adj"/>
            </a:avLst>
          </a:prstGeom>
          <a:solidFill>
            <a:srgbClr val="0066C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12 - AI Storyteller Bootcamp</a:t>
            </a:r>
            <a:endParaRPr/>
          </a:p>
        </p:txBody>
      </p:sp>
      <p:sp>
        <p:nvSpPr>
          <p:cNvPr id="163" name="Google Shape;163;p12"/>
          <p:cNvSpPr txBox="1"/>
          <p:nvPr>
            <p:ph type="title"/>
          </p:nvPr>
        </p:nvSpPr>
        <p:spPr>
          <a:xfrm>
            <a:off x="351400" y="351782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003366"/>
                </a:solidFill>
              </a:rPr>
              <a:t>Any Issues: This is my mail id</a:t>
            </a:r>
            <a:endParaRPr b="1" sz="3600">
              <a:solidFill>
                <a:srgbClr val="0033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600"/>
              <a:buFont typeface="Calibri"/>
              <a:buNone/>
            </a:pPr>
            <a:r>
              <a:rPr b="1" lang="en-US" sz="1955">
                <a:solidFill>
                  <a:srgbClr val="003366"/>
                </a:solidFill>
              </a:rPr>
              <a:t>Please contact: yashwanth.raaj1207@gmail.com</a:t>
            </a:r>
            <a:endParaRPr b="1" sz="1955">
              <a:solidFill>
                <a:srgbClr val="003366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